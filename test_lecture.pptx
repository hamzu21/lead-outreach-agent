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Artificial Intelligence &amp; Machine Learning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Instructor: Muhammad Hamza</a:t>
            </a:r>
          </a:p>
          <a:p>
            <a:r>
              <a:t>Lecture 01: Core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key AI &amp; ML definitions</a:t>
            </a:r>
          </a:p>
          <a:p>
            <a:r>
              <a:t>Explore supervised vs unsupervised learning</a:t>
            </a:r>
          </a:p>
          <a:p>
            <a:r>
              <a:t>Build your first AI Agent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