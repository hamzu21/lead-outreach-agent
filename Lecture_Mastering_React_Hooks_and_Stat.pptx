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</a:defRPr>
            </a:pPr>
            <a:r>
              <a:t>Mastering React Hooks and State Management</a:t>
            </a:r>
          </a:p>
          <a:p>
            <a:pPr>
              <a:spcBef>
                <a:spcPts val="1400"/>
              </a:spcBef>
              <a:defRPr sz="2200">
                <a:solidFill>
                  <a:srgbClr val="F8FAFC"/>
                </a:solidFill>
              </a:defRPr>
            </a:pPr>
            <a:r>
              <a:t>Modern Front-End Architecture and State Workflows</a:t>
            </a:r>
          </a:p>
          <a:p>
            <a:pPr>
              <a:spcBef>
                <a:spcPts val="2400"/>
              </a:spcBef>
              <a:defRPr sz="1800">
                <a:solidFill>
                  <a:srgbClr val="94A3B8"/>
                </a:solidFill>
              </a:defRPr>
            </a:pPr>
            <a:r>
              <a:t>Instructor: Muhammad Hamza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🎯 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• Understand the paradigm shift from class components to functional components with Hooks.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10362895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5467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• Master core and advanced React Hooks for local state, side effects, and memoization.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10362895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• Evaluate and implement global state management patterns using Context API and external libraries.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The Evolution of React State: Why Hooks?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3840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•  Class Components vs. Functional Components: Traditional React relied on verbose class lifecycles (componentDidMount, componentDidUpdate) which split related logic across multiple methods.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Introducing Hooks: Launched in React 16.8, Hooks allow functional components to use state, context, and other React features without writing classes.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Cleaner Codebases: Hooks promote highly readable, modular, and declarative code by grouping related side effects and state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💡 Key Takeaway: Hooks transition React development from imperative class structures to declarative functional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The Core Essentials: useState and useEffect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3840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•  useState for Local State: Declares a state variable and its updater function directly within functional components to preserve value across renders.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useEffect for Side Effects: Handles data fetching, subscriptions, and DOM updates, replacing lifecycle methods with a single, unified API.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Dependency Arrays: Specifying dependencies in useEffect controls execution frequency, preventing memory leaks and unnecessary re-renders.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💡 Key Takeaway: useState and useEffect form the fundamental foundation of all dynamic interactions in functional React.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Optimizing Performance: useMemo and useCallback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3840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•  Preventing Expensive Calculations: useMemo caches the computed result of an expensive function, re-evaluating only when dependencies change.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Stabilizing Referentials: useCallback caches the function definition itself, ensuring child components do not re-render unnecessarily due to new references.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Premature Optimization Warning: Use memoization intentionally; overuse introduces overhead and complexity that can degrade performance rather than improve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💡 Key Takeaway: Use memoization hooks selectively to prevent redundant calculations and rendering cycles in large application trees.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Custom Hooks: Modularizing Stateful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3840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•  Encapsulating Reusable Logic: Custom hooks are JavaScript functions prefixed with 'use' that can call other hooks, extracting UI-independent logic.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Separation of Concerns: Isolating logic (like fetch operations or form handling) from the presentation layer simplifies unit testing and UI readability.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True Reusability: Multiple components can call the same custom hook independently, ensuring isolated state with shared behavioral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💡 Key Takeaway: Custom hooks transform complex, repetitive component logic into clean, reusable, and testable utilities.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Scaling State: Context API vs. External State Managers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3840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•  The Prop Drilling Dilemma: Passing data through deeply nested components introduces boilerplate and rigid component coupling.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React Context API: Provides a native way to share global state (like themes or authentication) across the component tree without prop drilling.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•  Third-Party Solutions: For complex, high-frequency state updates, libraries like Redux Toolkit, Zustand, or Recoil offer robust, optimized global stores.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💡 Key Takeaway: Use Context API for low-frequency global updates (e.g., themes), and specialized state managers for heavy, high-frequency enterprise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📌 Summary &amp; Student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2743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•  React Hooks revolutionized UI development by allowing functional components to handle state and lifecycle events seamlessly.</a:t>
            </a:r>
          </a:p>
          <a:p>
            <a:pPr>
              <a:spcBef>
                <a:spcPts val="1200"/>
              </a:spcBef>
              <a:defRPr sz="2000">
                <a:solidFill>
                  <a:srgbClr val="F8FAFC"/>
                </a:solidFill>
              </a:defRPr>
            </a:pPr>
            <a:r>
              <a:t>•  Developing clean React architectures requires balancing local state (useState), cached logic (useMemo/useCallback), and custom hooks.</a:t>
            </a:r>
          </a:p>
          <a:p>
            <a:pPr>
              <a:spcBef>
                <a:spcPts val="1200"/>
              </a:spcBef>
              <a:defRPr sz="2000">
                <a:solidFill>
                  <a:srgbClr val="F8FAFC"/>
                </a:solidFill>
              </a:defRPr>
            </a:pPr>
            <a:r>
              <a:t>•  Choosing the right state management tool—from Context API to global state libraries—is crucial for app scalability and rendering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❓ Q&amp;A Discussion Prompt: Under what specific conditions in a production-scale application would you transition from React's native Context API to an external state management library like Redux or Zustand?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